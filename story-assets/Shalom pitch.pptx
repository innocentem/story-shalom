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tableStyles" Target="tableStyles.xml"/><Relationship Id="rId1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31494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769218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89122624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9239968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04628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78961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2813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02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967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AB05EC-2199-B6DA-E60C-C73A53160F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A35971-0EE7-4DCF-5E46-0C273D1D9F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070FB1-F9F9-2153-33E3-D55065B8C3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163316-C0FE-939F-5E32-2390AD53BE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39E16E-1CBB-B0C6-463D-191DC4D35F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84C51E-2898-0C35-F3E5-F08B2DFB9E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C2EEFB-F5DB-6653-9787-15E0B6B24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160718" name=""/>
          <p:cNvSpPr/>
          <p:nvPr/>
        </p:nvSpPr>
        <p:spPr bwMode="auto">
          <a:xfrm rot="0" flipH="0" flipV="0">
            <a:off x="21523" y="-13604"/>
            <a:ext cx="12191997" cy="6885212"/>
          </a:xfrm>
          <a:prstGeom prst="rect">
            <a:avLst/>
          </a:prstGeom>
          <a:gradFill>
            <a:gsLst>
              <a:gs pos="12000">
                <a:schemeClr val="accent1">
                  <a:alpha val="48999"/>
                </a:schemeClr>
              </a:gs>
              <a:gs pos="46000">
                <a:schemeClr val="accent1">
                  <a:lumMod val="75000"/>
                  <a:alpha val="48999"/>
                </a:schemeClr>
              </a:gs>
              <a:gs pos="100000">
                <a:schemeClr val="accent1">
                  <a:lumMod val="50000"/>
                  <a:alpha val="48999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260730" name=""/>
          <p:cNvSpPr/>
          <p:nvPr/>
        </p:nvSpPr>
        <p:spPr bwMode="auto">
          <a:xfrm flipH="0" flipV="0">
            <a:off x="530874" y="421074"/>
            <a:ext cx="797438" cy="797438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5552592" name=""/>
          <p:cNvSpPr/>
          <p:nvPr/>
        </p:nvSpPr>
        <p:spPr bwMode="auto">
          <a:xfrm flipH="0" flipV="0">
            <a:off x="1256335" y="1347448"/>
            <a:ext cx="554805" cy="537777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4906961" name=""/>
          <p:cNvSpPr/>
          <p:nvPr/>
        </p:nvSpPr>
        <p:spPr bwMode="auto">
          <a:xfrm rot="5399976" flipH="0" flipV="1">
            <a:off x="1592654" y="286623"/>
            <a:ext cx="894286" cy="876181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6999"/>
                </a:schemeClr>
              </a:gs>
              <a:gs pos="100000">
                <a:schemeClr val="accent1">
                  <a:lumMod val="75000"/>
                  <a:alpha val="26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25004985" name=""/>
          <p:cNvSpPr/>
          <p:nvPr/>
        </p:nvSpPr>
        <p:spPr bwMode="auto">
          <a:xfrm flipH="0" flipV="0">
            <a:off x="10690814" y="1611463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43999"/>
                </a:schemeClr>
              </a:gs>
              <a:gs pos="65000">
                <a:schemeClr val="accent1">
                  <a:lumMod val="75000"/>
                  <a:alpha val="43999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77784455" name=""/>
          <p:cNvSpPr/>
          <p:nvPr/>
        </p:nvSpPr>
        <p:spPr bwMode="auto">
          <a:xfrm flipH="0" flipV="0">
            <a:off x="6751548" y="268740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03473568" name=""/>
          <p:cNvSpPr/>
          <p:nvPr/>
        </p:nvSpPr>
        <p:spPr bwMode="auto">
          <a:xfrm flipH="0" flipV="0">
            <a:off x="8064634" y="268740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88522974" name=""/>
          <p:cNvSpPr/>
          <p:nvPr/>
        </p:nvSpPr>
        <p:spPr bwMode="auto">
          <a:xfrm flipH="0" flipV="0">
            <a:off x="9377725" y="268740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65947451" name=""/>
          <p:cNvSpPr/>
          <p:nvPr/>
        </p:nvSpPr>
        <p:spPr bwMode="auto">
          <a:xfrm flipH="0" flipV="0">
            <a:off x="10690814" y="268740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51476320" name=""/>
          <p:cNvSpPr/>
          <p:nvPr/>
        </p:nvSpPr>
        <p:spPr bwMode="auto">
          <a:xfrm flipH="0" flipV="1">
            <a:off x="5438457" y="268740"/>
            <a:ext cx="1207894" cy="1217650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51702291" name=""/>
          <p:cNvSpPr/>
          <p:nvPr/>
        </p:nvSpPr>
        <p:spPr bwMode="auto">
          <a:xfrm rot="5399976" flipH="0" flipV="0">
            <a:off x="6751548" y="1611463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57951224" name=""/>
          <p:cNvSpPr/>
          <p:nvPr/>
        </p:nvSpPr>
        <p:spPr bwMode="auto">
          <a:xfrm rot="16199969" flipH="0" flipV="0">
            <a:off x="8064634" y="1611463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6000"/>
                </a:schemeClr>
              </a:gs>
              <a:gs pos="100000">
                <a:schemeClr val="accent1">
                  <a:lumMod val="75000"/>
                  <a:alpha val="36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23460974" name=""/>
          <p:cNvSpPr/>
          <p:nvPr/>
        </p:nvSpPr>
        <p:spPr bwMode="auto">
          <a:xfrm flipH="0" flipV="0">
            <a:off x="9377725" y="1611463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9000"/>
                </a:schemeClr>
              </a:gs>
              <a:gs pos="100000">
                <a:schemeClr val="accent1">
                  <a:lumMod val="75000"/>
                  <a:alpha val="19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72922480" name=""/>
          <p:cNvSpPr/>
          <p:nvPr/>
        </p:nvSpPr>
        <p:spPr bwMode="auto">
          <a:xfrm flipH="0" flipV="1">
            <a:off x="5438457" y="1611463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5000">
                <a:schemeClr val="bg2">
                  <a:lumMod val="75000"/>
                  <a:alpha val="62000"/>
                </a:schemeClr>
              </a:gs>
              <a:gs pos="100000">
                <a:schemeClr val="accent1">
                  <a:lumMod val="75000"/>
                  <a:alpha val="62000"/>
                </a:schemeClr>
              </a:gs>
            </a:gsLst>
            <a:lin ang="6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71489935" name=""/>
          <p:cNvSpPr/>
          <p:nvPr/>
        </p:nvSpPr>
        <p:spPr bwMode="auto">
          <a:xfrm rot="5399976" flipH="0" flipV="0">
            <a:off x="6751548" y="2978726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0000"/>
                </a:schemeClr>
              </a:gs>
              <a:gs pos="100000">
                <a:schemeClr val="accent1">
                  <a:lumMod val="75000"/>
                  <a:alpha val="2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00224365" name=""/>
          <p:cNvSpPr/>
          <p:nvPr/>
        </p:nvSpPr>
        <p:spPr bwMode="auto">
          <a:xfrm rot="16199969" flipH="0" flipV="0">
            <a:off x="8064634" y="2978726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4000"/>
                </a:schemeClr>
              </a:gs>
              <a:gs pos="100000">
                <a:schemeClr val="accent1">
                  <a:lumMod val="75000"/>
                  <a:alpha val="24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31893795" name=""/>
          <p:cNvSpPr/>
          <p:nvPr/>
        </p:nvSpPr>
        <p:spPr bwMode="auto">
          <a:xfrm flipH="0" flipV="0">
            <a:off x="9377725" y="2973849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50000"/>
                  <a:alpha val="19000"/>
                </a:schemeClr>
              </a:gs>
              <a:gs pos="77000">
                <a:schemeClr val="accent1">
                  <a:lumMod val="75000"/>
                  <a:alpha val="19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01230314" name=""/>
          <p:cNvSpPr/>
          <p:nvPr/>
        </p:nvSpPr>
        <p:spPr bwMode="auto">
          <a:xfrm rot="16199998" flipH="0" flipV="1">
            <a:off x="5438457" y="2978726"/>
            <a:ext cx="1207894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8000"/>
                </a:schemeClr>
              </a:gs>
              <a:gs pos="100000">
                <a:schemeClr val="accent1">
                  <a:lumMod val="75000"/>
                  <a:alpha val="18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624427403" name=""/>
          <p:cNvSpPr/>
          <p:nvPr/>
        </p:nvSpPr>
        <p:spPr bwMode="auto">
          <a:xfrm flipH="0" flipV="0">
            <a:off x="7085710" y="1961784"/>
            <a:ext cx="539568" cy="539568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400965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23313" y="2829114"/>
            <a:ext cx="5419089" cy="80466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marL="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 marL="9144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 marL="13716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 marL="18288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 marL="22860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 marL="27432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 marL="32004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 marL="3657600" indent="0" algn="l">
              <a:buNone/>
              <a:defRPr sz="2600"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47172520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623313" y="3633786"/>
            <a:ext cx="9144000" cy="1956972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400">
                <a:solidFill>
                  <a:schemeClr val="bg1"/>
                </a:solidFill>
              </a:defRPr>
            </a:lvl1pPr>
            <a:lvl2pPr algn="l">
              <a:defRPr sz="6400">
                <a:solidFill>
                  <a:schemeClr val="bg1"/>
                </a:solidFill>
              </a:defRPr>
            </a:lvl2pPr>
            <a:lvl3pPr algn="l">
              <a:defRPr sz="6400">
                <a:solidFill>
                  <a:schemeClr val="bg1"/>
                </a:solidFill>
              </a:defRPr>
            </a:lvl3pPr>
            <a:lvl4pPr algn="l">
              <a:defRPr sz="6400">
                <a:solidFill>
                  <a:schemeClr val="bg1"/>
                </a:solidFill>
              </a:defRPr>
            </a:lvl4pPr>
            <a:lvl5pPr algn="l">
              <a:defRPr sz="6400">
                <a:solidFill>
                  <a:schemeClr val="bg1"/>
                </a:solidFill>
              </a:defRPr>
            </a:lvl5pPr>
            <a:lvl6pPr algn="l">
              <a:defRPr sz="6400">
                <a:solidFill>
                  <a:schemeClr val="bg1"/>
                </a:solidFill>
              </a:defRPr>
            </a:lvl6pPr>
            <a:lvl7pPr algn="l">
              <a:defRPr sz="6400">
                <a:solidFill>
                  <a:schemeClr val="bg1"/>
                </a:solidFill>
              </a:defRPr>
            </a:lvl7pPr>
            <a:lvl8pPr algn="l">
              <a:defRPr sz="6400">
                <a:solidFill>
                  <a:schemeClr val="bg1"/>
                </a:solidFill>
              </a:defRPr>
            </a:lvl8pPr>
            <a:lvl9pPr algn="l">
              <a:defRPr sz="6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124731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F573B6-5C84-9D79-BEAB-62335CA9A201}" type="datetimeFigureOut">
              <a:rPr/>
              <a:t/>
            </a:fld>
            <a:endParaRPr/>
          </a:p>
        </p:txBody>
      </p:sp>
      <p:sp>
        <p:nvSpPr>
          <p:cNvPr id="113895476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872112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1B41338-ED32-006D-5C97-0B4D8F56E269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73042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1132" y="365122"/>
            <a:ext cx="10722663" cy="1325560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6062140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31132" y="1825623"/>
            <a:ext cx="10722663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01515521" name=""/>
          <p:cNvSpPr/>
          <p:nvPr/>
        </p:nvSpPr>
        <p:spPr bwMode="auto">
          <a:xfrm rot="16199969" flipH="0" flipV="1">
            <a:off x="280599" y="172657"/>
            <a:ext cx="785497" cy="769595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3999"/>
                </a:schemeClr>
              </a:gs>
              <a:gs pos="100000">
                <a:schemeClr val="accent1">
                  <a:lumMod val="75000"/>
                  <a:alpha val="13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70079638" name=""/>
          <p:cNvSpPr/>
          <p:nvPr/>
        </p:nvSpPr>
        <p:spPr bwMode="auto">
          <a:xfrm>
            <a:off x="7206571" y="2574180"/>
            <a:ext cx="4985424" cy="4283812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alpha val="80000"/>
                </a:schemeClr>
              </a:gs>
              <a:gs pos="93000">
                <a:schemeClr val="bg1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601218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AA08CEE-E3F8-BDF4-6A1A-E3778E2646E4}" type="datetimeFigureOut">
              <a:rPr/>
              <a:t/>
            </a:fld>
            <a:endParaRPr/>
          </a:p>
        </p:txBody>
      </p:sp>
      <p:sp>
        <p:nvSpPr>
          <p:cNvPr id="213411909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688247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908DF73-A503-ADD5-8299-2E83428A1481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1">
                <a:lumMod val="75000"/>
              </a:schemeClr>
            </a:gs>
            <a:gs pos="78000">
              <a:schemeClr val="accent1">
                <a:lumMod val="50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01321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1132" y="365122"/>
            <a:ext cx="10722663" cy="1325560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8648057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31132" y="1825623"/>
            <a:ext cx="10722663" cy="4351338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60633113" name=""/>
          <p:cNvSpPr/>
          <p:nvPr/>
        </p:nvSpPr>
        <p:spPr bwMode="auto">
          <a:xfrm flipH="0" flipV="0">
            <a:off x="434007" y="5869795"/>
            <a:ext cx="633782" cy="614331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44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34275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856001F-EF8B-FC86-B9FB-B09B3F018B23}" type="datetimeFigureOut">
              <a:rPr/>
              <a:t/>
            </a:fld>
            <a:endParaRPr/>
          </a:p>
        </p:txBody>
      </p:sp>
      <p:sp>
        <p:nvSpPr>
          <p:cNvPr id="85864767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666309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A1B0B1F-91C9-BE3F-5538-3C61D89BD56E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0">
              <a:schemeClr val="accent1">
                <a:lumMod val="75000"/>
              </a:schemeClr>
            </a:gs>
            <a:gs pos="78000">
              <a:schemeClr val="accent1">
                <a:lumMod val="50000"/>
              </a:schemeClr>
            </a:gs>
          </a:gsLst>
          <a:lin ang="3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13520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23313" y="1263092"/>
            <a:ext cx="6812445" cy="150634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6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7901880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23313" y="2769440"/>
            <a:ext cx="6812445" cy="150018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24409454" name=""/>
          <p:cNvSpPr/>
          <p:nvPr/>
        </p:nvSpPr>
        <p:spPr bwMode="auto">
          <a:xfrm flipH="0" flipV="0">
            <a:off x="306421" y="5898650"/>
            <a:ext cx="633781" cy="614331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44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8933615" name=""/>
          <p:cNvSpPr/>
          <p:nvPr/>
        </p:nvSpPr>
        <p:spPr bwMode="auto">
          <a:xfrm>
            <a:off x="7206572" y="2574181"/>
            <a:ext cx="4985424" cy="4283813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43999"/>
                </a:schemeClr>
              </a:gs>
              <a:gs pos="65000">
                <a:schemeClr val="accent1">
                  <a:lumMod val="75000"/>
                  <a:alpha val="43999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41095431" name=""/>
          <p:cNvSpPr/>
          <p:nvPr/>
        </p:nvSpPr>
        <p:spPr bwMode="auto">
          <a:xfrm flipH="0" flipV="0">
            <a:off x="7682079" y="351654"/>
            <a:ext cx="1134891" cy="1134891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537979" name=""/>
          <p:cNvSpPr/>
          <p:nvPr/>
        </p:nvSpPr>
        <p:spPr bwMode="auto">
          <a:xfrm flipH="0" flipV="0">
            <a:off x="8807231" y="1589977"/>
            <a:ext cx="773596" cy="749853"/>
          </a:xfrm>
          <a:prstGeom prst="star4">
            <a:avLst>
              <a:gd name="adj" fmla="val 12500"/>
            </a:avLst>
          </a:prstGeom>
          <a:solidFill>
            <a:schemeClr val="bg1">
              <a:lumMod val="95000"/>
              <a:alpha val="74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8545065" name=""/>
          <p:cNvSpPr/>
          <p:nvPr/>
        </p:nvSpPr>
        <p:spPr bwMode="auto">
          <a:xfrm rot="5399942" flipH="0" flipV="1">
            <a:off x="9587399" y="181368"/>
            <a:ext cx="2047788" cy="200632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6999"/>
                </a:schemeClr>
              </a:gs>
              <a:gs pos="100000">
                <a:schemeClr val="accent1">
                  <a:lumMod val="75000"/>
                  <a:alpha val="26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385131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EE58DC-121B-61A5-D50A-46403A807CFF}" type="datetimeFigureOut">
              <a:rPr/>
              <a:t/>
            </a:fld>
            <a:endParaRPr/>
          </a:p>
        </p:txBody>
      </p:sp>
      <p:sp>
        <p:nvSpPr>
          <p:cNvPr id="61003010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471244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EA4A079-8B14-7383-E62D-4C84F0FA2FC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313893" name=""/>
          <p:cNvSpPr/>
          <p:nvPr/>
        </p:nvSpPr>
        <p:spPr bwMode="auto">
          <a:xfrm flipH="0" flipV="1">
            <a:off x="7206573" y="0"/>
            <a:ext cx="4985424" cy="4283812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20000"/>
                </a:schemeClr>
              </a:gs>
              <a:gs pos="91000">
                <a:schemeClr val="bg2">
                  <a:lumMod val="75000"/>
                  <a:alpha val="20000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3532090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1132" y="365122"/>
            <a:ext cx="10722663" cy="1325560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520335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31134" y="1825623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29322832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5965132" y="1825623"/>
            <a:ext cx="5388664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349600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E457B04-F79E-9F94-6188-F646561C81FC}" type="datetimeFigureOut">
              <a:rPr/>
              <a:t/>
            </a:fld>
            <a:endParaRPr/>
          </a:p>
        </p:txBody>
      </p:sp>
      <p:sp>
        <p:nvSpPr>
          <p:cNvPr id="45771751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131397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A27C241-C7A4-7FD3-5109-B75363E6AF2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45400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32720" y="355596"/>
            <a:ext cx="10721076" cy="1325561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67244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32721" y="1671636"/>
            <a:ext cx="5157786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92257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32721" y="2495547"/>
            <a:ext cx="5157786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266101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197" y="1671635"/>
            <a:ext cx="5183187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314385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197" y="2505071"/>
            <a:ext cx="5183187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66531004" name=""/>
          <p:cNvSpPr/>
          <p:nvPr/>
        </p:nvSpPr>
        <p:spPr bwMode="auto">
          <a:xfrm rot="16199969" flipH="0" flipV="1">
            <a:off x="11027284" y="296896"/>
            <a:ext cx="785496" cy="769594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3999"/>
                </a:schemeClr>
              </a:gs>
              <a:gs pos="100000">
                <a:schemeClr val="accent1">
                  <a:lumMod val="75000"/>
                  <a:alpha val="13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6840217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150370F-3F71-2B50-E3F0-AA4084E27A9D}" type="datetimeFigureOut">
              <a:rPr/>
              <a:t/>
            </a:fld>
            <a:endParaRPr/>
          </a:p>
        </p:txBody>
      </p:sp>
      <p:sp>
        <p:nvSpPr>
          <p:cNvPr id="9220842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293983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B45C43B-7DDF-F48A-0C60-12BA4A96C06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260739" name="Title 1"/>
          <p:cNvSpPr>
            <a:spLocks noGrp="1"/>
          </p:cNvSpPr>
          <p:nvPr>
            <p:ph type="title"/>
          </p:nvPr>
        </p:nvSpPr>
        <p:spPr bwMode="auto">
          <a:xfrm>
            <a:off x="632721" y="457200"/>
            <a:ext cx="3932236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43767537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4764618" y="457198"/>
            <a:ext cx="6590767" cy="540384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94621856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32721" y="2057400"/>
            <a:ext cx="3932236" cy="3811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54871671" name=""/>
          <p:cNvSpPr/>
          <p:nvPr/>
        </p:nvSpPr>
        <p:spPr bwMode="auto">
          <a:xfrm rot="10799999" flipH="0" flipV="1">
            <a:off x="0" y="3647383"/>
            <a:ext cx="3770001" cy="3210615"/>
          </a:xfrm>
          <a:custGeom>
            <a:avLst/>
            <a:gdLst/>
            <a:ahLst/>
            <a:cxnLst/>
            <a:rect l="0" t="0" r="r" b="b"/>
            <a:pathLst>
              <a:path w="4985425" h="4283816" fill="norm" stroke="1" extrusionOk="0">
                <a:moveTo>
                  <a:pt x="3364151" y="0"/>
                </a:moveTo>
                <a:cubicBezTo>
                  <a:pt x="3950271" y="0"/>
                  <a:pt x="4503421" y="154411"/>
                  <a:pt x="4985425" y="424754"/>
                </a:cubicBezTo>
                <a:cubicBezTo>
                  <a:pt x="4985425" y="424754"/>
                  <a:pt x="4985425" y="1877372"/>
                  <a:pt x="4985425" y="1877372"/>
                </a:cubicBezTo>
                <a:cubicBezTo>
                  <a:pt x="4579833" y="1436645"/>
                  <a:pt x="4001619" y="1159141"/>
                  <a:pt x="3364151" y="1159141"/>
                </a:cubicBezTo>
                <a:cubicBezTo>
                  <a:pt x="2149429" y="1159141"/>
                  <a:pt x="1149861" y="2166781"/>
                  <a:pt x="1149861" y="3391315"/>
                </a:cubicBezTo>
                <a:cubicBezTo>
                  <a:pt x="1149861" y="3707862"/>
                  <a:pt x="1216657" y="4009915"/>
                  <a:pt x="1336699" y="4283816"/>
                </a:cubicBezTo>
                <a:cubicBezTo>
                  <a:pt x="1336699" y="4283816"/>
                  <a:pt x="119746" y="4283816"/>
                  <a:pt x="119746" y="4283816"/>
                </a:cubicBezTo>
                <a:cubicBezTo>
                  <a:pt x="41724" y="3999017"/>
                  <a:pt x="0" y="3699693"/>
                  <a:pt x="0" y="3391315"/>
                </a:cubicBezTo>
                <a:cubicBezTo>
                  <a:pt x="0" y="1530890"/>
                  <a:pt x="1518630" y="0"/>
                  <a:pt x="3364151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20000"/>
                </a:schemeClr>
              </a:gs>
              <a:gs pos="91000">
                <a:schemeClr val="bg2">
                  <a:lumMod val="75000"/>
                  <a:alpha val="20000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56400321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6F892EC-7D5C-86A0-B5DF-99DD37D1C0B5}" type="datetimeFigureOut">
              <a:rPr/>
              <a:t/>
            </a:fld>
            <a:endParaRPr/>
          </a:p>
        </p:txBody>
      </p:sp>
      <p:sp>
        <p:nvSpPr>
          <p:cNvPr id="195933548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122052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20A2572-D18B-F265-5279-E6CDD273AF05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896716" name="Title 1"/>
          <p:cNvSpPr>
            <a:spLocks noGrp="1"/>
          </p:cNvSpPr>
          <p:nvPr>
            <p:ph type="title"/>
          </p:nvPr>
        </p:nvSpPr>
        <p:spPr bwMode="auto">
          <a:xfrm>
            <a:off x="631134" y="365123"/>
            <a:ext cx="10515600" cy="1325561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29119700" name=""/>
          <p:cNvSpPr/>
          <p:nvPr/>
        </p:nvSpPr>
        <p:spPr bwMode="auto">
          <a:xfrm flipH="0" flipV="0">
            <a:off x="838197" y="2064092"/>
            <a:ext cx="633781" cy="614331"/>
          </a:xfrm>
          <a:prstGeom prst="star4">
            <a:avLst>
              <a:gd name="adj" fmla="val 12500"/>
            </a:avLst>
          </a:prstGeom>
          <a:solidFill>
            <a:schemeClr val="accent1">
              <a:lumMod val="75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7931754" name=""/>
          <p:cNvSpPr/>
          <p:nvPr/>
        </p:nvSpPr>
        <p:spPr bwMode="auto">
          <a:xfrm flipH="0" flipV="0">
            <a:off x="9110445" y="3527914"/>
            <a:ext cx="633781" cy="614331"/>
          </a:xfrm>
          <a:prstGeom prst="star4">
            <a:avLst>
              <a:gd name="adj" fmla="val 12500"/>
            </a:avLst>
          </a:prstGeom>
          <a:solidFill>
            <a:schemeClr val="accent1">
              <a:lumMod val="75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4732" name=""/>
          <p:cNvSpPr/>
          <p:nvPr/>
        </p:nvSpPr>
        <p:spPr bwMode="auto">
          <a:xfrm rot="0" flipH="0" flipV="0">
            <a:off x="1670805" y="2612538"/>
            <a:ext cx="1207893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20000"/>
                </a:schemeClr>
              </a:gs>
              <a:gs pos="99000">
                <a:schemeClr val="accent1">
                  <a:lumMod val="20000"/>
                  <a:lumOff val="80000"/>
                  <a:alpha val="2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34439195" name=""/>
          <p:cNvSpPr/>
          <p:nvPr/>
        </p:nvSpPr>
        <p:spPr bwMode="auto">
          <a:xfrm rot="0" flipH="0" flipV="0">
            <a:off x="8823389" y="4563983"/>
            <a:ext cx="1207893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bg2">
                  <a:lumMod val="9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56498487" name=""/>
          <p:cNvSpPr/>
          <p:nvPr/>
        </p:nvSpPr>
        <p:spPr bwMode="auto">
          <a:xfrm rot="0" flipH="0" flipV="1">
            <a:off x="8823389" y="3221363"/>
            <a:ext cx="1207893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48000"/>
                </a:schemeClr>
              </a:gs>
              <a:gs pos="100000">
                <a:schemeClr val="bg2">
                  <a:lumMod val="75000"/>
                  <a:alpha val="48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17740297" name=""/>
          <p:cNvSpPr/>
          <p:nvPr/>
        </p:nvSpPr>
        <p:spPr bwMode="auto">
          <a:xfrm rot="5399942" flipH="0" flipV="0">
            <a:off x="10141036" y="3226254"/>
            <a:ext cx="1207893" cy="1217648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0000"/>
                </a:schemeClr>
              </a:gs>
              <a:gs pos="100000">
                <a:schemeClr val="accent1">
                  <a:lumMod val="75000"/>
                  <a:alpha val="3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71964900" name=""/>
          <p:cNvSpPr/>
          <p:nvPr/>
        </p:nvSpPr>
        <p:spPr bwMode="auto">
          <a:xfrm rot="16199932" flipH="0" flipV="0">
            <a:off x="10141036" y="4559100"/>
            <a:ext cx="1207893" cy="1217648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30000"/>
                </a:schemeClr>
              </a:gs>
              <a:gs pos="100000">
                <a:schemeClr val="accent1">
                  <a:lumMod val="75000"/>
                  <a:alpha val="3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24046896" name=""/>
          <p:cNvSpPr/>
          <p:nvPr/>
        </p:nvSpPr>
        <p:spPr bwMode="auto">
          <a:xfrm rot="5399999" flipH="0" flipV="1">
            <a:off x="7491255" y="3283483"/>
            <a:ext cx="1207893" cy="1217649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48000"/>
                </a:schemeClr>
              </a:gs>
              <a:gs pos="100000">
                <a:schemeClr val="bg2">
                  <a:lumMod val="75000"/>
                  <a:alpha val="48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22819129" name=""/>
          <p:cNvSpPr/>
          <p:nvPr/>
        </p:nvSpPr>
        <p:spPr bwMode="auto">
          <a:xfrm rot="5399942" flipH="0" flipV="0">
            <a:off x="7491267" y="4568872"/>
            <a:ext cx="1207893" cy="1217648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0000"/>
                </a:schemeClr>
              </a:gs>
              <a:gs pos="100000">
                <a:schemeClr val="accent1">
                  <a:lumMod val="75000"/>
                  <a:alpha val="1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61524703" name=""/>
          <p:cNvSpPr/>
          <p:nvPr/>
        </p:nvSpPr>
        <p:spPr bwMode="auto">
          <a:xfrm rot="5399942" flipH="0" flipV="0">
            <a:off x="6100866" y="4568892"/>
            <a:ext cx="1207893" cy="1217648"/>
          </a:xfrm>
          <a:custGeom>
            <a:avLst/>
            <a:gdLst/>
            <a:ahLst/>
            <a:cxnLst/>
            <a:rect l="0" t="0" r="r" b="b"/>
            <a:pathLst>
              <a:path w="1439825" h="1439825" fill="norm" stroke="1" extrusionOk="0">
                <a:moveTo>
                  <a:pt x="719913" y="0"/>
                </a:moveTo>
                <a:cubicBezTo>
                  <a:pt x="1114845" y="0"/>
                  <a:pt x="1439825" y="324979"/>
                  <a:pt x="1439825" y="719912"/>
                </a:cubicBezTo>
                <a:cubicBezTo>
                  <a:pt x="1439825" y="1114845"/>
                  <a:pt x="1114845" y="1439825"/>
                  <a:pt x="719913" y="1439825"/>
                </a:cubicBezTo>
                <a:cubicBezTo>
                  <a:pt x="324980" y="1439825"/>
                  <a:pt x="0" y="1114845"/>
                  <a:pt x="0" y="719912"/>
                </a:cubicBezTo>
                <a:cubicBezTo>
                  <a:pt x="0" y="324979"/>
                  <a:pt x="324980" y="0"/>
                  <a:pt x="719913" y="0"/>
                </a:cubicBezTo>
                <a:close/>
                <a:moveTo>
                  <a:pt x="246065" y="719912"/>
                </a:moveTo>
                <a:cubicBezTo>
                  <a:pt x="246065" y="979856"/>
                  <a:pt x="459968" y="1193759"/>
                  <a:pt x="719913" y="1193759"/>
                </a:cubicBezTo>
                <a:cubicBezTo>
                  <a:pt x="979858" y="1193759"/>
                  <a:pt x="1193759" y="979856"/>
                  <a:pt x="1193759" y="719912"/>
                </a:cubicBezTo>
                <a:cubicBezTo>
                  <a:pt x="1193759" y="459967"/>
                  <a:pt x="979858" y="246064"/>
                  <a:pt x="719913" y="246064"/>
                </a:cubicBezTo>
                <a:cubicBezTo>
                  <a:pt x="459968" y="246064"/>
                  <a:pt x="246065" y="459967"/>
                  <a:pt x="246065" y="719912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75000"/>
                  <a:alpha val="10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0887514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E4FFB7C-873C-7673-C8F6-55EA1547CFD9}" type="datetimeFigureOut">
              <a:rPr/>
              <a:t/>
            </a:fld>
            <a:endParaRPr/>
          </a:p>
        </p:txBody>
      </p:sp>
      <p:sp>
        <p:nvSpPr>
          <p:cNvPr id="26474122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806639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360820-4937-A031-A073-1AC8D9C5163C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36586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75334D3-F0F7-7718-7227-8ACEEB3B4C3C}" type="datetimeFigureOut">
              <a:rPr/>
              <a:t/>
            </a:fld>
            <a:endParaRPr/>
          </a:p>
        </p:txBody>
      </p:sp>
      <p:sp>
        <p:nvSpPr>
          <p:cNvPr id="7619491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8295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4321C44-EB87-6978-03F2-F2FB3CDF09B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6972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5189380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928903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299ABA9-E3C6-5EE4-7960-FED13CA3AB50}" type="datetimeFigureOut">
              <a:rPr/>
              <a:t/>
            </a:fld>
            <a:endParaRPr/>
          </a:p>
        </p:txBody>
      </p:sp>
      <p:sp>
        <p:nvSpPr>
          <p:cNvPr id="162981061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225739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78E0C3-A865-001E-5F91-49E4C6777AD1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81023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4103409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765776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F420A0-1A6A-7B79-39A2-59DB9C7F9C01}" type="datetimeFigureOut">
              <a:rPr/>
              <a:t/>
            </a:fld>
            <a:endParaRPr/>
          </a:p>
        </p:txBody>
      </p:sp>
      <p:sp>
        <p:nvSpPr>
          <p:cNvPr id="171193940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91771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F233D93-C16F-9FF4-27CB-F9F8CF12CB0A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532170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600"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 sz="46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 sz="4600" b="1"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 sz="4600" b="1"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 sz="4600" b="1">
                <a:solidFill>
                  <a:schemeClr val="accent1">
                    <a:lumMod val="75000"/>
                  </a:schemeClr>
                </a:solidFill>
              </a:defRPr>
            </a:lvl5pPr>
            <a:lvl6pPr>
              <a:defRPr sz="4600" b="1">
                <a:solidFill>
                  <a:schemeClr val="accent1">
                    <a:lumMod val="75000"/>
                  </a:schemeClr>
                </a:solidFill>
              </a:defRPr>
            </a:lvl6pPr>
            <a:lvl7pPr>
              <a:defRPr sz="4600" b="1">
                <a:solidFill>
                  <a:schemeClr val="accent1">
                    <a:lumMod val="75000"/>
                  </a:schemeClr>
                </a:solidFill>
              </a:defRPr>
            </a:lvl7pPr>
            <a:lvl8pPr>
              <a:defRPr sz="4600" b="1">
                <a:solidFill>
                  <a:schemeClr val="accent1">
                    <a:lumMod val="75000"/>
                  </a:schemeClr>
                </a:solidFill>
              </a:defRPr>
            </a:lvl8pPr>
            <a:lvl9pPr>
              <a:defRPr sz="4600" b="1"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283760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buFont typeface="Arial"/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Font typeface="Arial"/>
              <a:buNone/>
              <a:defRPr sz="2200">
                <a:solidFill>
                  <a:schemeClr val="accent1">
                    <a:lumMod val="75000"/>
                  </a:schemeClr>
                </a:solidFill>
              </a:defRPr>
            </a:lvl3pPr>
            <a:lvl4pPr>
              <a:buFont typeface="Arial"/>
              <a:buNone/>
              <a:defRPr sz="2200">
                <a:solidFill>
                  <a:schemeClr val="accent1">
                    <a:lumMod val="75000"/>
                  </a:schemeClr>
                </a:solidFill>
              </a:defRPr>
            </a:lvl4pPr>
            <a:lvl5pPr>
              <a:buFont typeface="Arial"/>
              <a:buNone/>
              <a:defRPr sz="1800">
                <a:solidFill>
                  <a:schemeClr val="accent1">
                    <a:lumMod val="75000"/>
                  </a:schemeClr>
                </a:solidFill>
              </a:defRPr>
            </a:lvl5pPr>
            <a:lvl6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6pPr>
            <a:lvl7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7pPr>
            <a:lvl8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8pPr>
            <a:lvl9pPr>
              <a:buFont typeface="Arial"/>
              <a:buNone/>
              <a:defRPr sz="2600"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3059809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7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5E9308-48A6-0A5C-79B9-2476D1D5AFF6}" type="datetimeFigureOut">
              <a:rPr/>
              <a:t/>
            </a:fld>
            <a:endParaRPr/>
          </a:p>
        </p:txBody>
      </p:sp>
      <p:sp>
        <p:nvSpPr>
          <p:cNvPr id="21139060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7" y="6356349"/>
            <a:ext cx="41148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763512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8" y="6356349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CDEF03-F8F8-C0F4-5467-912BC2D25968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49903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SHALOM</a:t>
            </a:r>
            <a:endParaRPr lang="en-US"/>
          </a:p>
        </p:txBody>
      </p:sp>
      <p:sp>
        <p:nvSpPr>
          <p:cNvPr id="126553112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Investor discussion draft</a:t>
            </a:r>
            <a:endParaRPr lang="en-US"/>
          </a:p>
        </p:txBody>
      </p:sp>
      <p:sp>
        <p:nvSpPr>
          <p:cNvPr id="423433784" name=""/>
          <p:cNvSpPr txBox="1"/>
          <p:nvPr/>
        </p:nvSpPr>
        <p:spPr bwMode="auto">
          <a:xfrm rot="0" flipH="0" flipV="0">
            <a:off x="7988785" y="5486215"/>
            <a:ext cx="426378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45285806" name=""/>
          <p:cNvSpPr/>
          <p:nvPr/>
        </p:nvSpPr>
        <p:spPr bwMode="auto">
          <a:xfrm flipH="0" flipV="0">
            <a:off x="5593928" y="4310418"/>
            <a:ext cx="6581712" cy="256068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100" b="1">
                <a:ln w="15773">
                  <a:solidFill>
                    <a:schemeClr val="accent2">
                      <a:lumMod val="75000"/>
                    </a:schemeClr>
                  </a:solidFill>
                </a:ln>
                <a:noFill/>
              </a:rPr>
              <a:t>Mwebaze Innocent</a:t>
            </a:r>
            <a:endParaRPr sz="5400" b="1">
              <a:ln w="15773">
                <a:solidFill>
                  <a:schemeClr val="accent2">
                    <a:lumMod val="75000"/>
                  </a:schemeClr>
                </a:solidFill>
              </a:ln>
              <a:noFill/>
            </a:endParaRPr>
          </a:p>
          <a:p>
            <a:pPr algn="ctr">
              <a:defRPr/>
            </a:pPr>
            <a:r>
              <a:rPr sz="2100" b="1">
                <a:ln w="15773">
                  <a:solidFill>
                    <a:schemeClr val="accent2">
                      <a:lumMod val="75000"/>
                    </a:schemeClr>
                  </a:solidFill>
                </a:ln>
                <a:noFill/>
              </a:rPr>
              <a:t>+256 751 433 267</a:t>
            </a:r>
            <a:endParaRPr sz="5400" b="1">
              <a:ln w="15773">
                <a:solidFill>
                  <a:schemeClr val="accent2">
                    <a:lumMod val="75000"/>
                  </a:schemeClr>
                </a:solidFill>
              </a:ln>
              <a:noFill/>
            </a:endParaRPr>
          </a:p>
          <a:p>
            <a:pPr algn="ctr">
              <a:defRPr/>
            </a:pPr>
            <a:r>
              <a:rPr sz="2100" b="1">
                <a:ln w="15773">
                  <a:solidFill>
                    <a:schemeClr val="accent2">
                      <a:lumMod val="75000"/>
                    </a:schemeClr>
                  </a:solidFill>
                </a:ln>
                <a:noFill/>
              </a:rPr>
              <a:t>mwbzinno@gmail.com</a:t>
            </a:r>
            <a:endParaRPr sz="5400" b="1">
              <a:ln w="15773">
                <a:solidFill>
                  <a:schemeClr val="accent2">
                    <a:lumMod val="75000"/>
                  </a:schemeClr>
                </a:solidFill>
              </a:ln>
              <a:noFill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43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3433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3433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2738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600" b="1" i="0" u="none" strike="noStrike" cap="none" spc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VISION &amp;</a:t>
            </a:r>
            <a:endParaRPr lang="en-US" sz="4600" b="1" i="0" u="none" strike="noStrike" cap="none" spc="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4600" b="1" i="0" u="none" strike="noStrike" cap="none" spc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MISSION</a:t>
            </a:r>
            <a:endParaRPr/>
          </a:p>
        </p:txBody>
      </p:sp>
      <p:sp>
        <p:nvSpPr>
          <p:cNvPr id="1218559084" name="Content Placeholder 2"/>
          <p:cNvSpPr>
            <a:spLocks noGrp="1"/>
          </p:cNvSpPr>
          <p:nvPr>
            <p:ph idx="1"/>
          </p:nvPr>
        </p:nvSpPr>
        <p:spPr bwMode="auto"/>
        <p:txBody>
          <a:bodyPr wrap="square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800" b="1"/>
              <a:t>VISION</a:t>
            </a:r>
            <a:endParaRPr lang="en-US" sz="2600" b="0" i="0" u="none" strike="noStrike" cap="none" spc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/>
              <a:t>Connect believers into digital Houses of fellowship, making prayer, testimonies, and giving seamless.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800" b="1"/>
              <a:t>MISSION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/>
              <a:t>Empower churches and communities with modern tools for engagement and transparency.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2847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HYPOTHESES TO TEST</a:t>
            </a:r>
            <a:endParaRPr/>
          </a:p>
        </p:txBody>
      </p:sp>
      <p:sp>
        <p:nvSpPr>
          <p:cNvPr id="43531544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800" b="1"/>
              <a:t>COMMUNITY COMMUNICATION</a:t>
            </a:r>
            <a:endParaRPr lang="en-US" sz="2600" b="0" i="0" u="none" strike="noStrike" cap="none" spc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/>
              <a:t>Church updates are spread across channels.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800" b="1"/>
              <a:t>ONGOING PARTICIPATION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/>
              <a:t>Keeping members connected between gatherings takes effort.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800" b="1"/>
              <a:t>TRUSTED COORDINATION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/>
              <a:t>Prayer, practical support, and giving need clear shared spaces.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3651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PRODUCT DIRECTION</a:t>
            </a:r>
            <a:endParaRPr/>
          </a:p>
        </p:txBody>
      </p:sp>
      <p:sp>
        <p:nvSpPr>
          <p:cNvPr id="96447400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800" b="1"/>
              <a:t>DIGITAL HOUSES</a:t>
            </a:r>
            <a:endParaRPr lang="en-US" sz="2600" b="0" i="0" u="none" strike="noStrike" cap="none" spc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/>
              <a:t>Community spaces for prayer, testimonies, updates, and events.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800" b="1"/>
              <a:t>LEADER TOOLS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/>
              <a:t>Role-based administration and moderation for community coordination.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800" b="1"/>
              <a:t>TESTED PRODUCT FEATURES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/>
              <a:t>Moderation, administration, sermons, spiritual resources, the professional directory, and donation features have been tested and are working.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4343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PHASED MARKET ENTRY</a:t>
            </a:r>
            <a:endParaRPr/>
          </a:p>
        </p:txBody>
      </p:sp>
      <p:sp>
        <p:nvSpPr>
          <p:cNvPr id="138394559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750" b="1"/>
              <a:t>1. UGANDA</a:t>
            </a:r>
            <a:endParaRPr lang="en-US" sz="2600" b="0" i="0" u="none" strike="noStrike" cap="none" spc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/>
              <a:t>Initial market: validate local need, repeat use, and willingness to pay.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750" b="1"/>
              <a:t>2. EAST AFRICA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/>
              <a:t>Expand after a repeatable Uganda playbook is established.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750" b="1"/>
              <a:t>3. REST OF AFRICA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/>
              <a:t>Enter selectively with local partners and market readiness.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750" b="1"/>
              <a:t>4. REST OF THE WORLD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/>
              <a:t>Pursue later where demand and operating readiness support entry.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7579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BUSINESS MODEL</a:t>
            </a:r>
            <a:endParaRPr/>
          </a:p>
        </p:txBody>
      </p:sp>
      <p:sp>
        <p:nvSpPr>
          <p:cNvPr id="1700821820" name="Content Placeholder 2"/>
          <p:cNvSpPr>
            <a:spLocks noGrp="1"/>
          </p:cNvSpPr>
          <p:nvPr>
            <p:ph idx="1"/>
          </p:nvPr>
        </p:nvSpPr>
        <p:spPr bwMode="auto"/>
        <p:txBody>
          <a:bodyPr wrap="square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700" b="1"/>
              <a:t>SUBSCRIPTION REVENUE</a:t>
            </a:r>
            <a:endParaRPr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/>
              <a:t>Recurring subscriptions are the primary revenue stream.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700" b="1"/>
              <a:t>SHAREHOLDER AGREEMENT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/>
              <a:t>Fee amount, billing interval, and payment method remain to be agreed before commercial launch.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700" b="1"/>
              <a:t>SPONSORSHIPS &amp; PARTNERSHIPS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/>
              <a:t>Supplementary revenue alongside subscriptions, as set out in the pitch.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700" b="1"/>
              <a:t>DONATION FUNCTIONALITY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/>
              <a:t>Tested and working; donated funds are not Shalom revenue by default.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2970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GO-TO-MARKET STRATEGY</a:t>
            </a:r>
            <a:endParaRPr/>
          </a:p>
        </p:txBody>
      </p:sp>
      <p:sp>
        <p:nvSpPr>
          <p:cNvPr id="682608842" name="Content Placeholder 2"/>
          <p:cNvSpPr>
            <a:spLocks noGrp="1"/>
          </p:cNvSpPr>
          <p:nvPr>
            <p:ph idx="1"/>
          </p:nvPr>
        </p:nvSpPr>
        <p:spPr bwMode="auto"/>
        <p:txBody>
          <a:bodyPr wrap="square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800" b="1"/>
              <a:t>PARTNER-LED PILOTS</a:t>
            </a:r>
            <a:endParaRPr lang="en-US" sz="2600" b="0" i="0" u="none" strike="noStrike" cap="none" spc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/>
              <a:t>Start with Ugandan churches, ministries, and trusted community leaders.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800" b="1"/>
              <a:t>SUPPORTED ONBOARDING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/>
              <a:t>Help leaders set up Houses, orient admins, and share feedback.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800" b="1"/>
              <a:t>EVIDENCE BEFORE EXPANSION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/>
              <a:t>Measure activation, repeat use, support effort, and willingness to pay before expanding.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0993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STAGE &amp; CAPITAL PRIORITIES</a:t>
            </a:r>
            <a:endParaRPr/>
          </a:p>
        </p:txBody>
      </p:sp>
      <p:sp>
        <p:nvSpPr>
          <p:cNvPr id="209713025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700" b="1"/>
              <a:t>CURRENT STAGE</a:t>
            </a:r>
            <a:endParaRPr lang="en-US" sz="2600" b="0" i="0" u="none" strike="noStrike" cap="none" spc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/>
              <a:t>Product features tested and working; small tester group. Registration is open, but commercial launch and paid subscriptions have not begun.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700" b="1"/>
              <a:t>INFRASTRUCTURE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/>
              <a:t>Testing uses Supabase free tier. Production capacity, security, and cost need validation.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700" b="1"/>
              <a:t>NEAR-TERM PRIORITIES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/>
              <a:t>Agree subscription fee, billing interval, and payment method with shareholders; complete Uganda commercial-launch readiness.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300"/>
              </a:spcAft>
            </a:pPr>
            <a:r>
              <a:rPr sz="1700" b="1"/>
              <a:t>FUNDING PLAN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/>
              <a:t>Raise target, currency, terms, runway, and forecast remain to be set from an agreed milestone budget.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uminescentia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Shalom | Investor Discussion Draft</dc:title>
  <dc:creator>Mwebaze Innocent</dc:creator>
  <cp:lastModifiedBy/>
  <cp:revision>6</cp:revision>
  <dcterms:modified xsi:type="dcterms:W3CDTF">2026-09-22T08:52:41Z</dcterms:modified>
  <dc:subject>Pre-launch, Uganda-first faith community platform</dc:subject>
</cp:coreProperties>
</file>